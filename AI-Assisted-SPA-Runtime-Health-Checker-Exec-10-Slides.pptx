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172A"/>
                </a:solidFill>
              </a:rPr>
              <a:t>AI-Assisted SPA Runtime Health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0B981"/>
                </a:solidFill>
              </a:rPr>
              <a:t>Preventing Frontend Runtime Failures Before Customers Discover Them</a:t>
            </a:r>
          </a:p>
          <a:p>
            <a:pPr/>
            <a:r>
              <a:rPr sz="1800">
                <a:solidFill>
                  <a:srgbClr val="1E293B"/>
                </a:solidFill>
              </a:rPr>
              <a:t>Executive brief for engineering reliability</a:t>
            </a:r>
          </a:p>
          <a:p>
            <a:pPr/>
            <a:r>
              <a:rPr sz="1800">
                <a:solidFill>
                  <a:srgbClr val="1E293B"/>
                </a:solidFill>
              </a:rPr>
              <a:t>Focus: practical implementation, not AI hype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Operational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Large React SPA route surface area increases runtime risk</a:t>
            </a:r>
          </a:p>
          <a:p>
            <a:pPr/>
            <a:r>
              <a:rPr sz="2200">
                <a:solidFill>
                  <a:srgbClr val="1E293B"/>
                </a:solidFill>
              </a:rPr>
              <a:t>Runtime failures still leak despite green CI pipelines</a:t>
            </a:r>
          </a:p>
          <a:p>
            <a:pPr/>
            <a:r>
              <a:rPr sz="2200">
                <a:solidFill>
                  <a:srgbClr val="1E293B"/>
                </a:solidFill>
              </a:rPr>
              <a:t>Manual QA cannot cover all routes each release</a:t>
            </a:r>
          </a:p>
          <a:p>
            <a:pPr/>
            <a:r>
              <a:rPr sz="2200">
                <a:solidFill>
                  <a:srgbClr val="1E293B"/>
                </a:solidFill>
              </a:rPr>
              <a:t>Customer-first discovery drives Sev0/Sev1 incidents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Why Current Validation Misses Runtime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Build passes, unit tests pass, deploy succeeds, runtime can still fail</a:t>
            </a:r>
          </a:p>
          <a:p>
            <a:pPr/>
            <a:r>
              <a:rPr sz="2200">
                <a:solidFill>
                  <a:srgbClr val="1E293B"/>
                </a:solidFill>
              </a:rPr>
              <a:t>Compile-time checks do not validate runtime data shape</a:t>
            </a:r>
          </a:p>
          <a:p>
            <a:pPr/>
            <a:r>
              <a:rPr sz="2200">
                <a:solidFill>
                  <a:srgbClr val="1E293B"/>
                </a:solidFill>
              </a:rPr>
              <a:t>Async rendering and timing introduce edge-case failures</a:t>
            </a:r>
          </a:p>
          <a:p>
            <a:pPr/>
            <a:r>
              <a:rPr sz="2200">
                <a:solidFill>
                  <a:srgbClr val="1E293B"/>
                </a:solidFill>
              </a:rPr>
              <a:t>Null/undefined access errors remain a common source of incidents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Current vs Target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Current: deploy -&gt; partial QA -&gt; release -&gt; customer reports crash</a:t>
            </a:r>
          </a:p>
          <a:p>
            <a:pPr/>
            <a:r>
              <a:rPr sz="2200">
                <a:solidFill>
                  <a:srgbClr val="1E293B"/>
                </a:solidFill>
              </a:rPr>
              <a:t>Target: pre-release route scan -&gt; runtime issues surfaced -&gt; fix before release</a:t>
            </a:r>
          </a:p>
          <a:p>
            <a:pPr/>
            <a:r>
              <a:rPr sz="2200">
                <a:solidFill>
                  <a:srgbClr val="1E293B"/>
                </a:solidFill>
              </a:rPr>
              <a:t>Shift from reactive incident response to proactive reliability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Proposed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Standalone SPA Runtime Health Checker (external to app)</a:t>
            </a:r>
          </a:p>
          <a:p>
            <a:pPr/>
            <a:r>
              <a:rPr sz="2200">
                <a:solidFill>
                  <a:srgbClr val="1E293B"/>
                </a:solidFill>
              </a:rPr>
              <a:t>Automated route navigation in a real browser</a:t>
            </a:r>
          </a:p>
          <a:p>
            <a:pPr/>
            <a:r>
              <a:rPr sz="2200">
                <a:solidFill>
                  <a:srgbClr val="1E293B"/>
                </a:solidFill>
              </a:rPr>
              <a:t>Runtime detection: exceptions, redirects, blank/error states</a:t>
            </a:r>
          </a:p>
          <a:p>
            <a:pPr/>
            <a:r>
              <a:rPr sz="2200">
                <a:solidFill>
                  <a:srgbClr val="1E293B"/>
                </a:solidFill>
              </a:rPr>
              <a:t>Evidence outputs: screenshots, JSON report, live progress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Live Execution and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Per-route progress: Opening route -&gt; Success/Error</a:t>
            </a:r>
          </a:p>
          <a:p>
            <a:pPr/>
            <a:r>
              <a:rPr sz="2200">
                <a:solidFill>
                  <a:srgbClr val="1E293B"/>
                </a:solidFill>
              </a:rPr>
              <a:t>Failure reason displayed inline for fast triage</a:t>
            </a:r>
          </a:p>
          <a:p>
            <a:pPr/>
            <a:r>
              <a:rPr sz="2200">
                <a:solidFill>
                  <a:srgbClr val="1E293B"/>
                </a:solidFill>
              </a:rPr>
              <a:t>Signals captured: page errors, console errors, redirect mismatches</a:t>
            </a:r>
          </a:p>
          <a:p>
            <a:pPr/>
            <a:r>
              <a:rPr sz="2200">
                <a:solidFill>
                  <a:srgbClr val="1E293B"/>
                </a:solidFill>
              </a:rPr>
              <a:t>Visual artifacts generated for failed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AI-Assisted Remediation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Failure evidence is bundled into a remediation handoff</a:t>
            </a:r>
          </a:p>
          <a:p>
            <a:pPr/>
            <a:r>
              <a:rPr sz="2200">
                <a:solidFill>
                  <a:srgbClr val="1E293B"/>
                </a:solidFill>
              </a:rPr>
              <a:t>AI analyzes probable source areas and suggests minimal safe fixes</a:t>
            </a:r>
          </a:p>
          <a:p>
            <a:pPr/>
            <a:r>
              <a:rPr sz="2200">
                <a:solidFill>
                  <a:srgbClr val="1E293B"/>
                </a:solidFill>
              </a:rPr>
              <a:t>Patch proposal remains reviewable and governed</a:t>
            </a:r>
          </a:p>
          <a:p>
            <a:pPr/>
            <a:r>
              <a:rPr sz="2200">
                <a:solidFill>
                  <a:srgbClr val="1E293B"/>
                </a:solidFill>
              </a:rPr>
              <a:t>Optional Zippy-triggered remediation orchestration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Governance and Review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AI does not auto-merge and does not auto-deploy</a:t>
            </a:r>
          </a:p>
          <a:p>
            <a:pPr/>
            <a:r>
              <a:rPr sz="2200">
                <a:solidFill>
                  <a:srgbClr val="1E293B"/>
                </a:solidFill>
              </a:rPr>
              <a:t>Code owner approval remains mandatory</a:t>
            </a:r>
          </a:p>
          <a:p>
            <a:pPr/>
            <a:r>
              <a:rPr sz="2200">
                <a:solidFill>
                  <a:srgbClr val="1E293B"/>
                </a:solidFill>
              </a:rPr>
              <a:t>Existing PR/MR gates stay intact</a:t>
            </a:r>
          </a:p>
          <a:p>
            <a:pPr/>
            <a:r>
              <a:rPr sz="2200">
                <a:solidFill>
                  <a:srgbClr val="1E293B"/>
                </a:solidFill>
              </a:rPr>
              <a:t>Zippy review augments human review, does not replace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Reliability: fewer production runtime incidents</a:t>
            </a:r>
          </a:p>
          <a:p>
            <a:pPr/>
            <a:r>
              <a:rPr sz="2200">
                <a:solidFill>
                  <a:srgbClr val="1E293B"/>
                </a:solidFill>
              </a:rPr>
              <a:t>Efficiency: reduced manual QA clicking and faster triage</a:t>
            </a:r>
          </a:p>
          <a:p>
            <a:pPr/>
            <a:r>
              <a:rPr sz="2200">
                <a:solidFill>
                  <a:srgbClr val="1E293B"/>
                </a:solidFill>
              </a:rPr>
              <a:t>Release confidence: stronger pre-release validation</a:t>
            </a:r>
          </a:p>
          <a:p>
            <a:pPr/>
            <a:r>
              <a:rPr sz="2200">
                <a:solidFill>
                  <a:srgbClr val="1E293B"/>
                </a:solidFill>
              </a:rPr>
              <a:t>Productivity: less firefighting, more planned engineering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72A"/>
                </a:solidFill>
              </a:rPr>
              <a:t>Roadmap and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E293B"/>
                </a:solidFill>
              </a:rPr>
              <a:t>Phase 1: route scan + detection + screenshots (implemented)</a:t>
            </a:r>
          </a:p>
          <a:p>
            <a:pPr/>
            <a:r>
              <a:rPr sz="2200">
                <a:solidFill>
                  <a:srgbClr val="1E293B"/>
                </a:solidFill>
              </a:rPr>
              <a:t>Phase 2: AI triage + patch proposal + review integration</a:t>
            </a:r>
          </a:p>
          <a:p>
            <a:pPr/>
            <a:r>
              <a:rPr sz="2200">
                <a:solidFill>
                  <a:srgbClr val="1E293B"/>
                </a:solidFill>
              </a:rPr>
              <a:t>Phase 3: deployment gates, alerting, trend analytics</a:t>
            </a:r>
          </a:p>
          <a:p>
            <a:pPr/>
            <a:r>
              <a:rPr sz="2200">
                <a:solidFill>
                  <a:srgbClr val="1E293B"/>
                </a:solidFill>
              </a:rPr>
              <a:t>Ask: approve pilot scope, success metrics, and owning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